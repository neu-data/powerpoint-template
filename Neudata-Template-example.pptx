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5" Type="http://schemas.openxmlformats.org/officeDocument/2006/relationships/image" Target="../media/image1.pn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1.png"/><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1.png"/><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image" Target="../media/image1.png"/><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1.png"/><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016000" y="1460500"/>
            <a:ext cx="10160000" cy="1333500"/>
          </a:xfrm>
        </p:spPr>
        <p:txBody>
          <a:bodyPr lIns="90000" tIns="46800" rIns="90000" bIns="46800" anchor="b" anchorCtr="0">
            <a:normAutofit/>
          </a:bodyPr>
          <a:lstStyle>
            <a:lvl1pPr algn="ctr">
              <a:defRPr sz="4400" b="1">
                <a:solidFill>
                  <a:srgbClr val="0D7377"/>
                </a:solidFill>
                <a:latin typeface="Century Gothic" panose="020B0502020202020204" charset="0"/>
                <a:cs typeface="Century Gothic" panose="020B0502020202020204" charset="0"/>
              </a:defRPr>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2286000" y="2946400"/>
            <a:ext cx="7620000" cy="1143000"/>
          </a:xfrm>
        </p:spPr>
        <p:txBody>
          <a:bodyPr lIns="90000" tIns="46800" rIns="90000" bIns="46800">
            <a:normAutofit/>
          </a:bodyPr>
          <a:lstStyle>
            <a:lvl1pPr marL="0" indent="0" algn="ctr">
              <a:lnSpc>
                <a:spcPct val="110000"/>
              </a:lnSpc>
              <a:buNone/>
              <a:defRPr sz="2000" spc="200">
                <a:solidFill>
                  <a:srgbClr val="1A1A1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a:xfrm>
            <a:off x="8128000" y="5562600"/>
            <a:ext cx="3556000" cy="381000"/>
          </a:xfrm>
          <a:prstGeom prst="rect">
            <a:avLst/>
          </a:prstGeom>
        </p:spPr>
        <p:txBody>
          <a:bodyPr/>
          <a:lstStyle>
            <a:lvl1pPr algn="r">
              <a:defRPr sz="1400" b="1">
                <a:solidFill>
                  <a:srgbClr val="1A1A1A"/>
                </a:solidFill>
                <a:latin typeface="Century Gothic" panose="020B0502020202020204" charset="0"/>
                <a:cs typeface="Century Gothic" panose="020B0502020202020204" charset="0"/>
              </a:defRPr>
            </a:lvl1pPr>
          </a:lstStyle>
          <a:p>
            <a:fld id="{760FBDFE-C587-4B4C-A407-44438C67B59E}" type="datetimeFigureOut">
              <a:rPr lang="en-US" smtClean="0"/>
            </a:fld>
            <a:endParaRPr lang="en-US"/>
          </a:p>
        </p:txBody>
      </p:sp>
      <p:pic>
        <p:nvPicPr>
          <p:cNvPr id="4" name="Neudata logo large" descr="neudata-logo"/>
          <p:cNvPicPr>
            <a:picLocks noChangeAspect="1"/>
          </p:cNvPicPr>
          <p:nvPr userDrawn="1"/>
        </p:nvPicPr>
        <p:blipFill>
          <a:blip r:embed="rId5"/>
          <a:stretch>
            <a:fillRect/>
          </a:stretch>
        </p:blipFill>
        <p:spPr>
          <a:xfrm>
            <a:off x="508000" y="4381500"/>
            <a:ext cx="3021965" cy="20955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431800" y="1270000"/>
            <a:ext cx="113284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7"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8" name="Neudata logo" descr="neudata-logo"/>
          <p:cNvPicPr>
            <a:picLocks noChangeAspect="1"/>
          </p:cNvPicPr>
          <p:nvPr userDrawn="1"/>
        </p:nvPicPr>
        <p:blipFill>
          <a:blip r:embed="rId5"/>
          <a:stretch>
            <a:fillRect/>
          </a:stretch>
        </p:blipFill>
        <p:spPr>
          <a:xfrm>
            <a:off x="152400" y="6273800"/>
            <a:ext cx="732155" cy="508000"/>
          </a:xfrm>
          <a:prstGeom prst="rect">
            <a:avLst/>
          </a:prstGeom>
        </p:spPr>
      </p:pic>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Notes">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1430000" cy="736600"/>
          </a:xfrm>
        </p:spPr>
        <p:txBody>
          <a:bodyPr anchor="b"/>
          <a:lstStyle>
            <a:lvl1pPr algn="l">
              <a:defRPr sz="3000" b="1">
                <a:solidFill>
                  <a:srgbClr val="0D7377"/>
                </a:solidFill>
                <a:latin typeface="Century Gothic" panose="020B0502020202020204" charset="0"/>
                <a:cs typeface="Century Gothic" panose="020B0502020202020204" charset="0"/>
              </a:defRPr>
            </a:lvl1pPr>
          </a:lstStyle>
          <a:p>
            <a:r>
              <a:rPr lang="en-US" smtClean="0"/>
              <a:t>Click to edit Master title style</a:t>
            </a:r>
            <a:endParaRPr lang="en-US"/>
          </a:p>
        </p:txBody>
      </p:sp>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2"/>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
        <p:nvSpPr>
          <p:cNvPr id="9" name="Text Placeholder 8"/>
          <p:cNvSpPr>
            <a:spLocks noGrp="1"/>
          </p:cNvSpPr>
          <p:nvPr>
            <p:ph type="body" idx="13"/>
          </p:nvPr>
        </p:nvSpPr>
        <p:spPr>
          <a:xfrm>
            <a:off x="431800" y="1270000"/>
            <a:ext cx="11328400" cy="4699000"/>
          </a:xfrm>
        </p:spPr>
        <p:txBody>
          <a:bodyPr/>
          <a:lstStyle>
            <a:lvl1pPr marL="0" indent="0">
              <a:buNone/>
              <a:defRPr>
                <a:solidFill>
                  <a:srgbClr val="0070C0"/>
                </a:solidFill>
              </a:defRPr>
            </a:lvl1pPr>
            <a:lvl2pPr marL="457200" indent="0">
              <a:buNone/>
              <a:defRPr>
                <a:solidFill>
                  <a:srgbClr val="0070C0"/>
                </a:solidFill>
              </a:defRPr>
            </a:lvl2pPr>
            <a:lvl3pPr marL="914400" indent="0">
              <a:buNone/>
              <a:defRPr>
                <a:solidFill>
                  <a:srgbClr val="0070C0"/>
                </a:solidFill>
              </a:defRPr>
            </a:lvl3pPr>
            <a:lvl4pPr marL="1371600" indent="0">
              <a:buNone/>
              <a:defRPr>
                <a:solidFill>
                  <a:srgbClr val="0070C0"/>
                </a:solidFill>
              </a:defRPr>
            </a:lvl4pPr>
            <a:lvl5pPr marL="1828800" indent="0">
              <a:buNone/>
              <a:defRPr sz="2800">
                <a:solidFill>
                  <a:srgbClr val="0070C0"/>
                </a:solidFill>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4953000" y="2349500"/>
            <a:ext cx="6858000" cy="1079500"/>
          </a:xfrm>
        </p:spPr>
        <p:txBody>
          <a:bodyPr lIns="90000" tIns="46800" rIns="90000" bIns="46800" anchor="b" anchorCtr="0">
            <a:normAutofit/>
          </a:bodyPr>
          <a:lstStyle>
            <a:lvl1pPr algn="l">
              <a:defRPr sz="4000" b="1">
                <a:solidFill>
                  <a:srgbClr val="0D7377"/>
                </a:solidFill>
                <a:latin typeface="Century Gothic" panose="020B0502020202020204" charset="0"/>
                <a:cs typeface="Century Gothic" panose="020B0502020202020204" charset="0"/>
              </a:defRPr>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4953000" y="3492500"/>
            <a:ext cx="6858000" cy="571500"/>
          </a:xfrm>
        </p:spPr>
        <p:txBody>
          <a:bodyPr lIns="90000" tIns="46800" rIns="90000" bIns="46800">
            <a:normAutofit/>
          </a:bodyPr>
          <a:lstStyle>
            <a:lvl1pPr marL="0" indent="0">
              <a:buNone/>
              <a:defRPr sz="1800">
                <a:solidFill>
                  <a:srgbClr val="8A99A3"/>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6" name="Slide Number Placeholder 5"/>
          <p:cNvSpPr>
            <a:spLocks noGrp="1"/>
          </p:cNvSpPr>
          <p:nvPr>
            <p:ph type="sldNum" sz="quarter" idx="12"/>
            <p:custDataLst>
              <p:tags r:id="rId4"/>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7" name="Neudata logo" descr="neudata-logo"/>
          <p:cNvPicPr>
            <a:picLocks noChangeAspect="1"/>
          </p:cNvPicPr>
          <p:nvPr userDrawn="1"/>
        </p:nvPicPr>
        <p:blipFill>
          <a:blip r:embed="rId5"/>
          <a:stretch>
            <a:fillRect/>
          </a:stretch>
        </p:blipFill>
        <p:spPr>
          <a:xfrm>
            <a:off x="762000" y="2413000"/>
            <a:ext cx="2564130" cy="1778000"/>
          </a:xfrm>
          <a:prstGeom prst="rect">
            <a:avLst/>
          </a:prstGeom>
        </p:spPr>
      </p:pic>
      <p:cxnSp>
        <p:nvCxnSpPr>
          <p:cNvPr id="8" name="Section rule"/>
          <p:cNvCxnSpPr/>
          <p:nvPr userDrawn="1"/>
        </p:nvCxnSpPr>
        <p:spPr>
          <a:xfrm>
            <a:off x="4572000" y="2222500"/>
            <a:ext cx="635" cy="2159000"/>
          </a:xfrm>
          <a:prstGeom prst="line">
            <a:avLst/>
          </a:prstGeom>
          <a:ln w="25400">
            <a:solidFill>
              <a:srgbClr val="0D7377"/>
            </a:solidFill>
          </a:ln>
        </p:spPr>
        <p:style>
          <a:lnRef idx="2">
            <a:schemeClr val="accent1"/>
          </a:lnRef>
          <a:fillRef idx="0">
            <a:srgbClr val="FFFFFF"/>
          </a:fillRef>
          <a:effectRef idx="0">
            <a:srgbClr val="FFFFFF"/>
          </a:effectRef>
          <a:fontRef idx="minor">
            <a:schemeClr val="tx1"/>
          </a:fontRef>
        </p:style>
      </p:cxn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431800" y="1270000"/>
            <a:ext cx="5537200" cy="46990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223000" y="1270000"/>
            <a:ext cx="5537200" cy="46990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Slide Number Placeholder 6"/>
          <p:cNvSpPr>
            <a:spLocks noGrp="1"/>
          </p:cNvSpPr>
          <p:nvPr>
            <p:ph type="sldNum" sz="quarter" idx="12"/>
            <p:custDataLst>
              <p:tags r:id="rId5"/>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8"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9" name="Neudata logo" descr="neudata-logo"/>
          <p:cNvPicPr>
            <a:picLocks noChangeAspect="1"/>
          </p:cNvPicPr>
          <p:nvPr userDrawn="1"/>
        </p:nvPicPr>
        <p:blipFill>
          <a:blip r:embed="rId6"/>
          <a:stretch>
            <a:fillRect/>
          </a:stretch>
        </p:blipFill>
        <p:spPr>
          <a:xfrm>
            <a:off x="152400" y="6273800"/>
            <a:ext cx="732155" cy="508000"/>
          </a:xfrm>
          <a:prstGeom prst="rect">
            <a:avLst/>
          </a:prstGeom>
        </p:spPr>
      </p:pic>
      <p:sp>
        <p:nvSpPr>
          <p:cNvPr id="10"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81000" y="228600"/>
            <a:ext cx="11430000" cy="736600"/>
          </a:xfrm>
        </p:spPr>
        <p:txBody>
          <a:bodyPr vert="horz" lIns="90000" tIns="46800" rIns="90000" bIns="46800" rtlCol="0" anchor="b" anchorCtr="0">
            <a:normAutofit/>
          </a:bodyPr>
          <a:lstStyle>
            <a:lvl1pPr algn="l">
              <a:defRPr sz="3000" b="1">
                <a:solidFill>
                  <a:srgbClr val="0D7377"/>
                </a:solidFill>
                <a:latin typeface="Century Gothic" panose="020B0502020202020204" charset="0"/>
                <a:cs typeface="Century Gothic" panose="020B0502020202020204" charset="0"/>
              </a:defRPr>
            </a:lvl1pPr>
          </a:lstStyle>
          <a:p>
            <a:pPr lvl="0"/>
            <a:r>
              <a:rPr lang="en-US" smtClean="0"/>
              <a:t>Click to edit Master title style</a:t>
            </a:r>
            <a:endParaRPr lang="en-US"/>
          </a:p>
        </p:txBody>
      </p:sp>
      <p:sp>
        <p:nvSpPr>
          <p:cNvPr id="5" name="Slide Number Placeholder 4"/>
          <p:cNvSpPr>
            <a:spLocks noGrp="1"/>
          </p:cNvSpPr>
          <p:nvPr>
            <p:ph type="sldNum" sz="quarter" idx="12"/>
            <p:custDataLst>
              <p:tags r:id="rId3"/>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cxnSp>
        <p:nvCxnSpPr>
          <p:cNvPr id="6" name="Title rule"/>
          <p:cNvCxnSpPr/>
          <p:nvPr userDrawn="1"/>
        </p:nvCxnSpPr>
        <p:spPr>
          <a:xfrm>
            <a:off x="355600" y="1041400"/>
            <a:ext cx="11480800" cy="635"/>
          </a:xfrm>
          <a:prstGeom prst="line">
            <a:avLst/>
          </a:prstGeom>
          <a:ln w="15875">
            <a:solidFill>
              <a:srgbClr val="0D7377"/>
            </a:solidFill>
          </a:ln>
        </p:spPr>
        <p:style>
          <a:lnRef idx="2">
            <a:schemeClr val="accent1"/>
          </a:lnRef>
          <a:fillRef idx="0">
            <a:srgbClr val="FFFFFF"/>
          </a:fillRef>
          <a:effectRef idx="0">
            <a:srgbClr val="FFFFFF"/>
          </a:effectRef>
          <a:fontRef idx="minor">
            <a:schemeClr val="tx1"/>
          </a:fontRef>
        </p:style>
      </p:cxnSp>
      <p:pic>
        <p:nvPicPr>
          <p:cNvPr id="7" name="Neudata logo" descr="neudata-logo"/>
          <p:cNvPicPr>
            <a:picLocks noChangeAspect="1"/>
          </p:cNvPicPr>
          <p:nvPr userDrawn="1"/>
        </p:nvPicPr>
        <p:blipFill>
          <a:blip r:embed="rId4"/>
          <a:stretch>
            <a:fillRect/>
          </a:stretch>
        </p:blipFill>
        <p:spPr>
          <a:xfrm>
            <a:off x="152400" y="6273800"/>
            <a:ext cx="732155" cy="508000"/>
          </a:xfrm>
          <a:prstGeom prst="rect">
            <a:avLst/>
          </a:prstGeom>
        </p:spPr>
      </p:pic>
      <p:sp>
        <p:nvSpPr>
          <p:cNvPr id="8"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custDataLst>
              <p:tags r:id="rId2"/>
            </p:custDataLst>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a:p>
        </p:txBody>
      </p:sp>
      <p:pic>
        <p:nvPicPr>
          <p:cNvPr id="5" name="Neudata logo" descr="neudata-logo"/>
          <p:cNvPicPr>
            <a:picLocks noChangeAspect="1"/>
          </p:cNvPicPr>
          <p:nvPr userDrawn="1"/>
        </p:nvPicPr>
        <p:blipFill>
          <a:blip r:embed="rId3"/>
          <a:stretch>
            <a:fillRect/>
          </a:stretch>
        </p:blipFill>
        <p:spPr>
          <a:xfrm>
            <a:off x="152400" y="6273800"/>
            <a:ext cx="732155" cy="508000"/>
          </a:xfrm>
          <a:prstGeom prst="rect">
            <a:avLst/>
          </a:prstGeom>
        </p:spPr>
      </p:pic>
      <p:sp>
        <p:nvSpPr>
          <p:cNvPr id="6"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 Copyrigh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0922000" y="6413500"/>
            <a:ext cx="952500" cy="304800"/>
          </a:xfrm>
        </p:spPr>
        <p:txBody>
          <a:bodyPr/>
          <a:lstStyle>
            <a:lvl1pPr algn="r">
              <a:defRPr sz="100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pic>
        <p:nvPicPr>
          <p:cNvPr id="6" name="Neudata logo large" descr="neudata-logo"/>
          <p:cNvPicPr>
            <a:picLocks noChangeAspect="1"/>
          </p:cNvPicPr>
          <p:nvPr userDrawn="1"/>
        </p:nvPicPr>
        <p:blipFill>
          <a:blip r:embed="rId2"/>
          <a:stretch>
            <a:fillRect/>
          </a:stretch>
        </p:blipFill>
        <p:spPr>
          <a:xfrm>
            <a:off x="5207000" y="317500"/>
            <a:ext cx="3479800" cy="2413000"/>
          </a:xfrm>
          <a:prstGeom prst="rect">
            <a:avLst/>
          </a:prstGeom>
        </p:spPr>
      </p:pic>
      <p:sp>
        <p:nvSpPr>
          <p:cNvPr id="7" name="Copyright heading"/>
          <p:cNvSpPr txBox="1"/>
          <p:nvPr/>
        </p:nvSpPr>
        <p:spPr>
          <a:xfrm>
            <a:off x="1905000" y="2946400"/>
            <a:ext cx="8890000" cy="398780"/>
          </a:xfrm>
          <a:prstGeom prst="rect">
            <a:avLst/>
          </a:prstGeom>
          <a:noFill/>
        </p:spPr>
        <p:txBody>
          <a:bodyPr wrap="square" rtlCol="0" anchor="t">
            <a:spAutoFit/>
          </a:bodyPr>
          <a:p>
            <a:r>
              <a:rPr lang="en-US" sz="2000" b="1">
                <a:solidFill>
                  <a:srgbClr val="0070C0"/>
                </a:solidFill>
                <a:latin typeface="Century Gothic" panose="020B0502020202020204" charset="0"/>
                <a:cs typeface="Century Gothic" panose="020B0502020202020204" charset="0"/>
              </a:rPr>
              <a:t>Copyright © Neudata, 2026</a:t>
            </a:r>
            <a:endParaRPr lang="en-US" sz="2000" b="1">
              <a:solidFill>
                <a:srgbClr val="0070C0"/>
              </a:solidFill>
              <a:latin typeface="Century Gothic" panose="020B0502020202020204" charset="0"/>
              <a:cs typeface="Century Gothic" panose="020B0502020202020204" charset="0"/>
            </a:endParaRPr>
          </a:p>
        </p:txBody>
      </p:sp>
      <p:sp>
        <p:nvSpPr>
          <p:cNvPr id="8" name="Copyright notice"/>
          <p:cNvSpPr txBox="1"/>
          <p:nvPr/>
        </p:nvSpPr>
        <p:spPr>
          <a:xfrm>
            <a:off x="1905000" y="3403600"/>
            <a:ext cx="8890000" cy="1783715"/>
          </a:xfrm>
          <a:prstGeom prst="rect">
            <a:avLst/>
          </a:prstGeom>
          <a:noFill/>
        </p:spPr>
        <p:txBody>
          <a:bodyPr wrap="square" rtlCol="0" anchor="t">
            <a:spAutoFit/>
          </a:bodyPr>
          <a:p>
            <a:r>
              <a:rPr lang="en-US" sz="1100">
                <a:solidFill>
                  <a:srgbClr val="1A1A1A"/>
                </a:solidFill>
                <a:latin typeface="Consolas" panose="020B0609020204030204" charset="0"/>
                <a:cs typeface="Consolas" panose="020B0609020204030204" charset="0"/>
              </a:rPr>
              <a:t>All property rights and copyright are reserved.</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This presentation contains proprietary data, information, and materials developed by Neudata for dedicated use only and may not be communicated, copied, reproduced, distributed, published, or cited, in whole or in part, without the prior written consent of Neudata. Where explicit written permission has been granted, appropriate attribution must be included, followed by “by courtesy of Neudata”.</a:t>
            </a:r>
            <a:endParaRPr lang="en-US" sz="1100">
              <a:solidFill>
                <a:srgbClr val="1A1A1A"/>
              </a:solidFill>
              <a:latin typeface="Consolas" panose="020B0609020204030204" charset="0"/>
              <a:cs typeface="Consolas" panose="020B0609020204030204" charset="0"/>
            </a:endParaRPr>
          </a:p>
          <a:p>
            <a:endParaRPr lang="en-US" sz="1100">
              <a:solidFill>
                <a:srgbClr val="1A1A1A"/>
              </a:solidFill>
              <a:latin typeface="Consolas" panose="020B0609020204030204" charset="0"/>
              <a:cs typeface="Consolas" panose="020B0609020204030204" charset="0"/>
            </a:endParaRPr>
          </a:p>
          <a:p>
            <a:r>
              <a:rPr lang="en-US" sz="1100">
                <a:solidFill>
                  <a:srgbClr val="1A1A1A"/>
                </a:solidFill>
                <a:latin typeface="Consolas" panose="020B0609020204030204" charset="0"/>
                <a:cs typeface="Consolas" panose="020B0609020204030204" charset="0"/>
              </a:rPr>
              <a:t>Any unauthorized use or infringement of these materials may give rise to legal action and claims for damages, without prejudice to any other rights of Neudata, including rights relating to patents, trademarks, or other forms of intellectual property protection.</a:t>
            </a:r>
            <a:endParaRPr lang="en-US" sz="1100">
              <a:solidFill>
                <a:srgbClr val="1A1A1A"/>
              </a:solidFill>
              <a:latin typeface="Consolas" panose="020B0609020204030204" charset="0"/>
              <a:cs typeface="Consolas" panose="020B0609020204030204" charset="0"/>
            </a:endParaRPr>
          </a:p>
        </p:txBody>
      </p:sp>
      <p:sp>
        <p:nvSpPr>
          <p:cNvPr id="9" name="Neudata footer"/>
          <p:cNvSpPr txBox="1"/>
          <p:nvPr/>
        </p:nvSpPr>
        <p:spPr>
          <a:xfrm>
            <a:off x="3556000" y="6413500"/>
            <a:ext cx="5080000" cy="260350"/>
          </a:xfrm>
          <a:prstGeom prst="rect">
            <a:avLst/>
          </a:prstGeom>
          <a:noFill/>
        </p:spPr>
        <p:txBody>
          <a:bodyPr wrap="square" rtlCol="0" anchor="t">
            <a:spAutoFit/>
          </a:bodyPr>
          <a:p>
            <a:pPr algn="ctr"/>
            <a:r>
              <a:rPr lang="en-US" sz="1100">
                <a:solidFill>
                  <a:srgbClr val="0D7377"/>
                </a:solidFill>
                <a:latin typeface="Verdana" panose="020B0604030504040204" charset="0"/>
                <a:cs typeface="Verdana" panose="020B0604030504040204" charset="0"/>
              </a:rPr>
              <a:t>Neudata  |  #ClearDataClearImpact</a:t>
            </a:r>
            <a:endParaRPr lang="en-US" sz="1100">
              <a:solidFill>
                <a:srgbClr val="0D7377"/>
              </a:solidFill>
              <a:latin typeface="Verdana" panose="020B0604030504040204" charset="0"/>
              <a:cs typeface="Verdana" panose="020B0604030504040204" charset="0"/>
            </a:endParaRP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9"/>
            </p:custDataLst>
          </p:nvPr>
        </p:nvSpPr>
        <p:spPr>
          <a:xfrm>
            <a:off x="381000" y="228600"/>
            <a:ext cx="11430000" cy="736600"/>
          </a:xfrm>
          <a:prstGeom prst="rect">
            <a:avLst/>
          </a:prstGeom>
        </p:spPr>
        <p:txBody>
          <a:bodyPr vert="horz" lIns="90170" tIns="46990" rIns="90170" bIns="46990" rtlCol="0" anchor="b"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0"/>
            </p:custDataLst>
          </p:nvPr>
        </p:nvSpPr>
        <p:spPr>
          <a:xfrm>
            <a:off x="431800" y="1270000"/>
            <a:ext cx="11328400" cy="46990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Slide Number Placeholder 5"/>
          <p:cNvSpPr>
            <a:spLocks noGrp="1"/>
          </p:cNvSpPr>
          <p:nvPr>
            <p:ph type="sldNum" sz="quarter" idx="4"/>
            <p:custDataLst>
              <p:tags r:id="rId11"/>
            </p:custDataLst>
          </p:nvPr>
        </p:nvSpPr>
        <p:spPr>
          <a:xfrm>
            <a:off x="10922000" y="6413500"/>
            <a:ext cx="952500" cy="304800"/>
          </a:xfrm>
          <a:prstGeom prst="rect">
            <a:avLst/>
          </a:prstGeom>
        </p:spPr>
        <p:txBody>
          <a:bodyPr vert="horz" lIns="91440" tIns="45720" rIns="91440" bIns="45720" rtlCol="0" anchor="ctr">
            <a:normAutofit/>
          </a:bodyPr>
          <a:lstStyle>
            <a:lvl1pPr algn="r">
              <a:defRPr sz="1000" baseline="0">
                <a:solidFill>
                  <a:srgbClr val="8A99A3"/>
                </a:solidFill>
                <a:latin typeface="Verdana" panose="020B0604030504040204" charset="0"/>
                <a:cs typeface="Verdana" panose="020B0604030504040204" charset="0"/>
              </a:defRPr>
            </a:lvl1pPr>
          </a:lstStyle>
          <a:p>
            <a:fld id="{49AE70B2-8BF9-45C0-BB95-33D1B9D3A854}" type="slidenum">
              <a:rPr lang="en-US" smtClean="0"/>
            </a:fld>
            <a:endParaRPr lang="en-US" dirty="0"/>
          </a:p>
        </p:txBody>
      </p:sp>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000" b="1" u="none" strike="noStrike" kern="1200" cap="none" spc="300" normalizeH="0" baseline="0">
          <a:solidFill>
            <a:srgbClr val="0D7377"/>
          </a:solidFill>
          <a:uFillTx/>
          <a:latin typeface="Century Gothic" panose="020B0502020202020204" charset="0"/>
          <a:ea typeface="+mj-ea"/>
          <a:cs typeface="Century Gothic" panose="020B0502020202020204" charset="0"/>
        </a:defRPr>
      </a:lvl1pPr>
    </p:titleStyle>
    <p:bodyStyle>
      <a:lvl1pPr marL="228600" indent="-228600" algn="l" defTabSz="914400" rtl="0" eaLnBrk="1" fontAlgn="auto" latinLnBrk="0" hangingPunct="1">
        <a:lnSpc>
          <a:spcPct val="130000"/>
        </a:lnSpc>
        <a:spcBef>
          <a:spcPts val="0"/>
        </a:spcBef>
        <a:spcAft>
          <a:spcPts val="1000"/>
        </a:spcAft>
        <a:buClr>
          <a:srgbClr val="0D7377"/>
        </a:buClr>
        <a:buFont typeface="Arial" panose="020B0604020202020204" pitchFamily="34" charset="0"/>
        <a:buChar char="●"/>
        <a:defRPr sz="2000" u="none" strike="noStrike" kern="1200" cap="none" spc="150" normalizeH="0" baseline="0">
          <a:solidFill>
            <a:srgbClr val="1A1A1A"/>
          </a:solidFill>
          <a:uFillTx/>
          <a:latin typeface="Century Gothic" panose="020B0502020202020204" charset="0"/>
          <a:ea typeface="+mn-ea"/>
          <a:cs typeface="Century Gothic" panose="020B0502020202020204" charset="0"/>
        </a:defRPr>
      </a:lvl1pPr>
      <a:lvl2pPr marL="6858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tabLst>
          <a:tab pos="1609725" algn="l"/>
          <a:tab pos="1609725" algn="l"/>
          <a:tab pos="1609725" algn="l"/>
          <a:tab pos="1609725" algn="l"/>
        </a:tabLst>
        <a:defRPr sz="2000" u="none" strike="noStrike" kern="1200" cap="none" spc="150" normalizeH="0" baseline="0">
          <a:solidFill>
            <a:srgbClr val="1A1A1A"/>
          </a:solidFill>
          <a:uFillTx/>
          <a:latin typeface="Century Gothic" panose="020B0502020202020204" charset="0"/>
          <a:ea typeface="+mn-ea"/>
          <a:cs typeface="Century Gothic" panose="020B0502020202020204" charset="0"/>
        </a:defRPr>
      </a:lvl2pPr>
      <a:lvl3pPr marL="1143000" indent="-228600" algn="l" defTabSz="914400" rtl="0" eaLnBrk="1" fontAlgn="auto" latinLnBrk="0" hangingPunct="1">
        <a:lnSpc>
          <a:spcPct val="120000"/>
        </a:lnSpc>
        <a:spcBef>
          <a:spcPts val="0"/>
        </a:spcBef>
        <a:spcAft>
          <a:spcPts val="600"/>
        </a:spcAft>
        <a:buClr>
          <a:srgbClr val="0D7377"/>
        </a:buClr>
        <a:buFont typeface="Arial" panose="020B0604020202020204" pitchFamily="34" charset="0"/>
        <a:buChar char="●"/>
        <a:defRPr sz="2000" u="none" strike="noStrike" kern="1200" cap="none" spc="150" normalizeH="0" baseline="0">
          <a:solidFill>
            <a:srgbClr val="1A1A1A"/>
          </a:solidFill>
          <a:uFillTx/>
          <a:latin typeface="Century Gothic" panose="020B0502020202020204" charset="0"/>
          <a:ea typeface="+mn-ea"/>
          <a:cs typeface="Century Gothic" panose="020B0502020202020204" charset="0"/>
        </a:defRPr>
      </a:lvl3pPr>
      <a:lvl4pPr marL="1600200" indent="-228600" algn="l" defTabSz="914400" rtl="0" eaLnBrk="1" fontAlgn="auto" latinLnBrk="0" hangingPunct="1">
        <a:lnSpc>
          <a:spcPct val="120000"/>
        </a:lnSpc>
        <a:spcBef>
          <a:spcPts val="0"/>
        </a:spcBef>
        <a:spcAft>
          <a:spcPts val="300"/>
        </a:spcAft>
        <a:buClr>
          <a:srgbClr val="0D7377"/>
        </a:buClr>
        <a:buFont typeface="Wingdings" panose="05000000000000000000" charset="0"/>
        <a:buChar char=""/>
        <a:defRPr sz="2000" u="none" strike="noStrike" kern="1200" cap="none" spc="150" normalizeH="0" baseline="0">
          <a:solidFill>
            <a:srgbClr val="1A1A1A"/>
          </a:solidFill>
          <a:uFillTx/>
          <a:latin typeface="Century Gothic" panose="020B0502020202020204" charset="0"/>
          <a:ea typeface="+mn-ea"/>
          <a:cs typeface="Century Gothic" panose="020B0502020202020204" charset="0"/>
        </a:defRPr>
      </a:lvl4pPr>
      <a:lvl5pPr marL="2057400" indent="-228600" algn="l" defTabSz="914400" rtl="0" eaLnBrk="1" fontAlgn="auto" latinLnBrk="0" hangingPunct="1">
        <a:lnSpc>
          <a:spcPct val="120000"/>
        </a:lnSpc>
        <a:spcBef>
          <a:spcPts val="0"/>
        </a:spcBef>
        <a:spcAft>
          <a:spcPts val="300"/>
        </a:spcAft>
        <a:buClr>
          <a:srgbClr val="0D7377"/>
        </a:buClr>
        <a:buFont typeface="Arial" panose="020B0604020202020204" pitchFamily="34" charset="0"/>
        <a:buChar char="•"/>
        <a:defRPr sz="2000" u="none" strike="noStrike" kern="1200" cap="none" spc="150" normalizeH="0" baseline="0">
          <a:solidFill>
            <a:srgbClr val="1A1A1A"/>
          </a:solidFill>
          <a:uFillTx/>
          <a:latin typeface="Century Gothic" panose="020B0502020202020204" charset="0"/>
          <a:ea typeface="+mn-ea"/>
          <a:cs typeface="Century Gothic" panose="020B05020202020202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4.xml"/><Relationship Id="rId1" Type="http://schemas.openxmlformats.org/officeDocument/2006/relationships/tags" Target="../tags/tag2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custDataLst>
              <p:tags r:id="rId1"/>
            </p:custDataLst>
          </p:nvPr>
        </p:nvSpPr>
        <p:spPr/>
        <p:txBody>
          <a:bodyPr/>
          <a:p>
            <a:r>
              <a:rPr lang="en-US"/>
              <a:t>Presentation Title</a:t>
            </a:r>
            <a:endParaRPr lang="en-US"/>
          </a:p>
        </p:txBody>
      </p:sp>
      <p:sp>
        <p:nvSpPr>
          <p:cNvPr id="3" name="Subtitle 2"/>
          <p:cNvSpPr>
            <a:spLocks noGrp="1"/>
          </p:cNvSpPr>
          <p:nvPr>
            <p:ph type="subTitle" idx="1"/>
            <p:custDataLst>
              <p:tags r:id="rId2"/>
            </p:custDataLst>
          </p:nvPr>
        </p:nvSpPr>
        <p:spPr/>
        <p:txBody>
          <a:bodyPr/>
          <a:p>
            <a:r>
              <a:rPr lang="en-US"/>
              <a:t>Presenter Name, Role</a:t>
            </a:r>
            <a:endParaRPr lang="en-US"/>
          </a:p>
          <a:p>
            <a:r>
              <a:rPr lang="en-US"/>
              <a:t>Organisation</a:t>
            </a:r>
            <a:endParaRPr lang="en-US"/>
          </a:p>
        </p:txBody>
      </p:sp>
      <p:sp>
        <p:nvSpPr>
          <p:cNvPr id="4" name="Date Placeholder 3"/>
          <p:cNvSpPr>
            <a:spLocks noGrp="1"/>
          </p:cNvSpPr>
          <p:nvPr>
            <p:ph type="dt" sz="half" idx="10"/>
          </p:nvPr>
        </p:nvSpPr>
        <p:spPr/>
        <p:txBody>
          <a:bodyPr/>
          <a:p>
            <a:r>
              <a:rPr lang="en-US" smtClean="0"/>
              <a:t>Date: DD-MM-YYYY</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Section title</a:t>
            </a:r>
            <a:endParaRPr lang="en-US"/>
          </a:p>
        </p:txBody>
      </p:sp>
      <p:sp>
        <p:nvSpPr>
          <p:cNvPr id="3" name="Text Placeholder 2"/>
          <p:cNvSpPr>
            <a:spLocks noGrp="1"/>
          </p:cNvSpPr>
          <p:nvPr>
            <p:ph type="body" idx="1"/>
            <p:custDataLst>
              <p:tags r:id="rId2"/>
            </p:custDataLst>
          </p:nvPr>
        </p:nvSpPr>
        <p:spPr/>
        <p:txBody>
          <a:bodyPr/>
          <a:p>
            <a:r>
              <a:rPr lang="en-US"/>
              <a:t>Section 1</a:t>
            </a:r>
            <a:endParaRPr lang="en-US"/>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Title and content</a:t>
            </a:r>
            <a:endParaRPr lang="en-US"/>
          </a:p>
        </p:txBody>
      </p:sp>
      <p:sp>
        <p:nvSpPr>
          <p:cNvPr id="3" name="Content Placeholder 2"/>
          <p:cNvSpPr>
            <a:spLocks noGrp="1"/>
          </p:cNvSpPr>
          <p:nvPr>
            <p:ph idx="1"/>
            <p:custDataLst>
              <p:tags r:id="rId2"/>
            </p:custDataLst>
          </p:nvPr>
        </p:nvSpPr>
        <p:spPr/>
        <p:txBody>
          <a:bodyPr/>
          <a:p>
            <a:r>
              <a:rPr lang="en-US"/>
              <a:t>First point</a:t>
            </a:r>
            <a:endParaRPr lang="en-US"/>
          </a:p>
          <a:p>
            <a:r>
              <a:rPr lang="en-US"/>
              <a:t>Second point</a:t>
            </a:r>
            <a:endParaRPr lang="en-US"/>
          </a:p>
          <a:p>
            <a:r>
              <a:rPr lang="en-US"/>
              <a:t>Third point</a:t>
            </a:r>
            <a:endParaRPr lang="en-US"/>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Two columns</a:t>
            </a:r>
            <a:endParaRPr lang="en-US"/>
          </a:p>
        </p:txBody>
      </p:sp>
      <p:sp>
        <p:nvSpPr>
          <p:cNvPr id="3" name="Content Placeholder 2"/>
          <p:cNvSpPr>
            <a:spLocks noGrp="1"/>
          </p:cNvSpPr>
          <p:nvPr>
            <p:ph sz="half" idx="1"/>
            <p:custDataLst>
              <p:tags r:id="rId2"/>
            </p:custDataLst>
          </p:nvPr>
        </p:nvSpPr>
        <p:spPr/>
        <p:txBody>
          <a:bodyPr/>
          <a:p>
            <a:r>
              <a:rPr lang="en-US"/>
              <a:t>Left column point</a:t>
            </a:r>
            <a:endParaRPr lang="en-US"/>
          </a:p>
          <a:p>
            <a:r>
              <a:rPr lang="en-US"/>
              <a:t>Another point</a:t>
            </a:r>
            <a:endParaRPr lang="en-US"/>
          </a:p>
        </p:txBody>
      </p:sp>
      <p:sp>
        <p:nvSpPr>
          <p:cNvPr id="4" name="Content Placeholder 3"/>
          <p:cNvSpPr>
            <a:spLocks noGrp="1"/>
          </p:cNvSpPr>
          <p:nvPr>
            <p:ph sz="half" idx="2"/>
            <p:custDataLst>
              <p:tags r:id="rId3"/>
            </p:custDataLst>
          </p:nvPr>
        </p:nvSpPr>
        <p:spPr/>
        <p:txBody>
          <a:bodyPr/>
          <a:p>
            <a:r>
              <a:rPr lang="en-US"/>
              <a:t>Right column point</a:t>
            </a:r>
            <a:endParaRPr lang="en-US"/>
          </a:p>
          <a:p>
            <a:r>
              <a:rPr lang="en-US"/>
              <a:t>Another point</a:t>
            </a:r>
            <a:endParaRPr lang="en-US"/>
          </a:p>
        </p:txBody>
      </p:sp>
      <p:sp>
        <p:nvSpPr>
          <p:cNvPr id="5" name="Slide Number Placeholder 4"/>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Title</a:t>
            </a:r>
            <a:endParaRPr lang="en-US"/>
          </a:p>
        </p:txBody>
      </p:sp>
      <p:sp>
        <p:nvSpPr>
          <p:cNvPr id="3" name="Text Placeholder 2"/>
          <p:cNvSpPr>
            <a:spLocks noGrp="1"/>
          </p:cNvSpPr>
          <p:nvPr>
            <p:ph type="body" idx="13"/>
          </p:nvPr>
        </p:nvSpPr>
        <p:spPr/>
        <p:txBody>
          <a:bodyPr/>
          <a:p>
            <a:r>
              <a:rPr lang="en-US"/>
              <a:t>Notes</a:t>
            </a:r>
            <a:endParaRPr lang="en-US"/>
          </a:p>
        </p:txBody>
      </p:sp>
      <p:sp>
        <p:nvSpPr>
          <p:cNvPr id="4" name="Slide Number Placeholder 3"/>
          <p:cNvSpPr>
            <a:spLocks noGrp="1"/>
          </p:cNvSpPr>
          <p:nvPr>
            <p:ph type="sldNum" sz="quarter" idx="12"/>
          </p:nvPr>
        </p:nvSpPr>
        <p:spPr/>
        <p:txBody>
          <a:bodyPr/>
          <a:p>
            <a:fld id="{49AE70B2-8BF9-45C0-BB95-33D1B9D3A854}" type="slidenum">
              <a:rPr lang="en-US" smtClean="0"/>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Title only - for charts, tables and diagrams</a:t>
            </a:r>
            <a:endParaRPr lang="en-US"/>
          </a:p>
        </p:txBody>
      </p:sp>
      <p:sp>
        <p:nvSpPr>
          <p:cNvPr id="3" name="Slide Number Placeholder 2"/>
          <p:cNvSpPr>
            <a:spLocks noGrp="1"/>
          </p:cNvSpPr>
          <p:nvPr>
            <p:ph type="sldNum" sz="quarter" idx="12"/>
          </p:nvPr>
        </p:nvSpPr>
        <p:spPr/>
        <p:txBody>
          <a:bodyPr/>
          <a:p>
            <a:fld id="{49AE70B2-8BF9-45C0-BB95-33D1B9D3A854}"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12"/>
          </p:nvPr>
        </p:nvSpPr>
        <p:spPr/>
        <p:txBody>
          <a:bodyPr/>
          <a:p>
            <a:fld id="{49AE70B2-8BF9-45C0-BB95-33D1B9D3A854}" type="slidenum">
              <a:rPr lang="en-US" smtClean="0"/>
            </a:fld>
            <a:endParaRPr lang="en-US"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heme/theme1.xml><?xml version="1.0" encoding="utf-8"?>
<a:theme xmlns:a="http://schemas.openxmlformats.org/drawingml/2006/main" name="Neudata">
  <a:themeElements>
    <a:clrScheme name="Neudata">
      <a:dk1>
        <a:srgbClr val="000000"/>
      </a:dk1>
      <a:lt1>
        <a:srgbClr val="FFFFFF"/>
      </a:lt1>
      <a:dk2>
        <a:srgbClr val="04242F"/>
      </a:dk2>
      <a:lt2>
        <a:srgbClr val="EAF2F5"/>
      </a:lt2>
      <a:accent1>
        <a:srgbClr val="0D7377"/>
      </a:accent1>
      <a:accent2>
        <a:srgbClr val="0070C0"/>
      </a:accent2>
      <a:accent3>
        <a:srgbClr val="055F56"/>
      </a:accent3>
      <a:accent4>
        <a:srgbClr val="0B376C"/>
      </a:accent4>
      <a:accent5>
        <a:srgbClr val="5FA39B"/>
      </a:accent5>
      <a:accent6>
        <a:srgbClr val="8A99A3"/>
      </a:accent6>
      <a:hlink>
        <a:srgbClr val="0070C0"/>
      </a:hlink>
      <a:folHlink>
        <a:srgbClr val="0B376C"/>
      </a:folHlink>
    </a:clrScheme>
    <a:fontScheme name="Neudata">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Words>
  <Application>WPS Presentation</Application>
  <PresentationFormat>Widescreen</PresentationFormat>
  <Paragraphs>43</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Wingdings</vt:lpstr>
      <vt:lpstr>Century Gothic</vt:lpstr>
      <vt:lpstr>Verdana</vt:lpstr>
      <vt:lpstr>Consolas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hp</dc:creator>
  <cp:lastModifiedBy>hp</cp:lastModifiedBy>
  <cp:revision>1</cp:revision>
  <dcterms:created xsi:type="dcterms:W3CDTF">2026-10-02T20:24:25Z</dcterms:created>
  <dcterms:modified xsi:type="dcterms:W3CDTF">2026-10-02T20:24:25Z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B669D91CA886421DB0DAC61C2A97E20B_11</vt:lpwstr>
  </property>
</Properties>
</file>